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5" r:id="rId4"/>
    <p:sldMasterId id="2147483650" r:id="rId5"/>
    <p:sldMasterId id="2147483667" r:id="rId6"/>
  </p:sldMasterIdLst>
  <p:notesMasterIdLst>
    <p:notesMasterId r:id="rId10"/>
  </p:notesMasterIdLst>
  <p:sldIdLst>
    <p:sldId id="287" r:id="rId7"/>
    <p:sldId id="276" r:id="rId8"/>
    <p:sldId id="29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s" id="{81316CC1-DC07-724F-951F-344DE4F26084}">
          <p14:sldIdLst>
            <p14:sldId id="287"/>
          </p14:sldIdLst>
        </p14:section>
        <p14:section name="Content" id="{BC31728A-994C-7647-ABEC-B14018EBDEF1}">
          <p14:sldIdLst>
            <p14:sldId id="276"/>
          </p14:sldIdLst>
        </p14:section>
        <p14:section name="Ending" id="{81C88842-2B13-470F-9360-8408E803334B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2D2"/>
    <a:srgbClr val="8C8C8C"/>
    <a:srgbClr val="646464"/>
    <a:srgbClr val="1E1E1E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716"/>
    <p:restoredTop sz="96327"/>
  </p:normalViewPr>
  <p:slideViewPr>
    <p:cSldViewPr snapToGrid="0">
      <p:cViewPr varScale="1">
        <p:scale>
          <a:sx n="110" d="100"/>
          <a:sy n="110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081FB933-C7E0-E24B-BA3E-F6259A11C6FA}" type="datetimeFigureOut">
              <a:rPr kumimoji="1" lang="zh-CN" altLang="en-US" smtClean="0"/>
              <a:pPr/>
              <a:t>2026/7/6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AA71869E-0B30-2E4A-B2CE-4A4AFE5E13B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95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Microsoft YaHe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35BF16F-904E-5BD8-9E2C-DE61F2AB2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31" cy="6857736"/>
          </a:xfrm>
          <a:prstGeom prst="rect">
            <a:avLst/>
          </a:prstGeom>
        </p:spPr>
      </p:pic>
      <p:pic>
        <p:nvPicPr>
          <p:cNvPr id="8" name="图片 7" descr="黑暗中的蓝色星球&#10;&#10;描述已自动生成">
            <a:extLst>
              <a:ext uri="{FF2B5EF4-FFF2-40B4-BE49-F238E27FC236}">
                <a16:creationId xmlns:a16="http://schemas.microsoft.com/office/drawing/2014/main" id="{4311937B-87C6-96DA-BB90-C4C17DA105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996800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13322" y="335689"/>
            <a:ext cx="1406711" cy="2950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6BB56C-716E-E275-C185-56B0C80D003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144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35BF16F-904E-5BD8-9E2C-DE61F2AB2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31" cy="685773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028047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2134800"/>
            <a:ext cx="11365353" cy="5623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0ED404-DFDA-7F78-5118-4C6A68051E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A80F966-A561-A220-9DDC-D7106E50FD05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48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01BCC6F9-022B-7BD7-D731-FC72E144C4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33"/>
            <a:ext cx="12191529" cy="685773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15880"/>
            <a:ext cx="11365354" cy="136834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6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A84943-755E-E4F0-B3A1-D9CFB8E29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5AA5215-40F9-2AE2-0C24-0F6E0A5F23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5895729"/>
            <a:ext cx="11365353" cy="5050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2200" b="1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en-US" altLang="zh-CN" sz="2000" dirty="0"/>
              <a:t>Subtitle</a:t>
            </a:r>
            <a:endParaRPr kumimoji="1"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BC31598-7836-43BA-BC20-2DCE257A80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12749" y="335689"/>
            <a:ext cx="1406711" cy="2950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7865D37-B2B8-2DBE-4CB2-21074735053D}"/>
              </a:ext>
            </a:extLst>
          </p:cNvPr>
          <p:cNvSpPr txBox="1"/>
          <p:nvPr userDrawn="1"/>
        </p:nvSpPr>
        <p:spPr>
          <a:xfrm>
            <a:off x="2072140" y="356274"/>
            <a:ext cx="16161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05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105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276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107FE9B-1B7F-5A3A-908B-4272A7BF14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F425169-ABF1-4F2B-47D9-709F7FE390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752364"/>
            <a:ext cx="11365354" cy="105397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54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Click to Edit Main Title  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8B80417-A733-EDF9-7269-FF675818B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12750" y="456711"/>
            <a:ext cx="3194697" cy="670152"/>
          </a:xfrm>
          <a:prstGeom prst="rect">
            <a:avLst/>
          </a:prstGeom>
        </p:spPr>
      </p:pic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CC9B9109-3AB1-CE02-B69C-5CDE424049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2750" y="5900392"/>
            <a:ext cx="11365354" cy="8143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F831FFDD-57BB-F315-ED5B-712000C529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/>
          <a:lstStyle>
            <a:lvl1pPr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2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186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041507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D08B19-9884-CD15-0889-3C5AAB107A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rgbClr val="8C8C8C"/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340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5D6D2B3-2DF3-5BAA-199F-61BE25EF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>	Content Level 3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1CB0C8B-EA50-F6F3-9BB4-ED9D783DF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799"/>
            <a:ext cx="11365354" cy="547200"/>
          </a:xfrm>
        </p:spPr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5873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83A26E7-F5E1-9A5C-0C5D-E1CAED1880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686"/>
            <a:ext cx="11365354" cy="334319"/>
          </a:xfrm>
        </p:spPr>
        <p:txBody>
          <a:bodyPr anchor="b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ADA96D7-AD10-6379-0AEA-1E9B7C395F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t"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691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977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18D56BA-130A-DE4F-BCFC-77E2DDDB03AA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5389B48-BBD7-01FA-9F9D-658E5E9CBA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04F9C231-473A-07B1-4F02-F07ED92B4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99790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E99BB97B-A4CE-D858-DC7D-FCAB5D1386A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5137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D4198D-0398-E4BD-CE4F-5D5A63C2309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52F44DE-697A-FA6F-B1BE-4DAC4887B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1402807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224725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806B3-8A68-92E7-3C46-0AE40CB1B2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678054"/>
            <a:ext cx="4352544" cy="1501891"/>
          </a:xfrm>
        </p:spPr>
        <p:txBody>
          <a:bodyPr anchor="ctr">
            <a:normAutofit/>
          </a:bodyPr>
          <a:lstStyle>
            <a:lvl1pPr algn="l"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Agenda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en-US" altLang="zh-CN" smtClean="0"/>
              <a:pPr/>
              <a:t>‹#›</a:t>
            </a:fld>
            <a:endParaRPr kumimoji="1"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B1FA8F-2A61-2B62-F544-D73E2E1C87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12081" y="1161255"/>
            <a:ext cx="6566598" cy="4535487"/>
          </a:xfrm>
        </p:spPr>
        <p:txBody>
          <a:bodyPr>
            <a:normAutofit/>
          </a:bodyPr>
          <a:lstStyle>
            <a:lvl1pPr marL="432000" indent="-342900">
              <a:spcBef>
                <a:spcPts val="2600"/>
              </a:spcBef>
              <a:buClr>
                <a:schemeClr val="bg1">
                  <a:lumMod val="65000"/>
                </a:schemeClr>
              </a:buClr>
              <a:buSzPct val="65000"/>
              <a:buFont typeface="+mj-lt"/>
              <a:buAutoNum type="arabicPeriod"/>
              <a:defRPr sz="1800"/>
            </a:lvl1pPr>
          </a:lstStyle>
          <a:p>
            <a:pPr lvl="0"/>
            <a:r>
              <a:rPr kumimoji="1" lang="en-US" altLang="zh-CN" dirty="0"/>
              <a:t>Chapter One</a:t>
            </a:r>
          </a:p>
          <a:p>
            <a:pPr lvl="0"/>
            <a:r>
              <a:rPr kumimoji="1" lang="en-US" altLang="zh-CN" dirty="0"/>
              <a:t>Chapter Two</a:t>
            </a:r>
          </a:p>
          <a:p>
            <a:pPr lvl="0"/>
            <a:r>
              <a:rPr kumimoji="1" lang="en-US" altLang="zh-CN" dirty="0"/>
              <a:t>Chapter Three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341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BAC9533-2383-B198-BC26-538828846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9FE9BF1-4506-3650-9027-F958DBE4C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4460788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7346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C2BAAD-A084-A7E7-EB18-C20150EB88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5432589-A631-47FC-8430-CB92A66E63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2829697"/>
            <a:ext cx="11365354" cy="1501891"/>
          </a:xfrm>
        </p:spPr>
        <p:txBody>
          <a:bodyPr>
            <a:normAutofit/>
          </a:bodyPr>
          <a:lstStyle>
            <a:lvl1pPr>
              <a:defRPr sz="6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Chapter Title or Quotes</a:t>
            </a:r>
            <a:endParaRPr kumimoji="1"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4FC229-0B3B-BC80-F978-1D31D2B90D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49" y="4435475"/>
            <a:ext cx="11365353" cy="1471613"/>
          </a:xfrm>
        </p:spPr>
        <p:txBody>
          <a:bodyPr>
            <a:normAutofit/>
          </a:bodyPr>
          <a:lstStyle>
            <a:lvl1pPr marL="0" indent="0">
              <a:buNone/>
              <a:defRPr sz="2800" b="0" i="0" baseline="0">
                <a:solidFill>
                  <a:srgbClr val="8C8C8C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Chapter Subtitle or Source Name of the Quotes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9732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5F0B4D-1637-E324-1C30-C94FDA5E6A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AACC10B-2756-57A9-933C-9FC181D35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200" cy="547200"/>
          </a:xfrm>
        </p:spPr>
        <p:txBody>
          <a:bodyPr>
            <a:normAutofit/>
          </a:bodyPr>
          <a:lstStyle>
            <a:lvl1pPr>
              <a:defRPr sz="1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2" name="文本占位符 2">
            <a:extLst>
              <a:ext uri="{FF2B5EF4-FFF2-40B4-BE49-F238E27FC236}">
                <a16:creationId xmlns:a16="http://schemas.microsoft.com/office/drawing/2014/main" id="{A35DA02D-A0E4-0E6B-2BD8-0A9B0C4D0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45" y="1772157"/>
            <a:ext cx="11365354" cy="480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2pPr>
              <a:defRPr sz="1100" b="0" i="0">
                <a:latin typeface="Arial" panose="020B0604020202020204" pitchFamily="34" charset="0"/>
              </a:defRPr>
            </a:lvl2pPr>
          </a:lstStyle>
          <a:p>
            <a:pPr lvl="0"/>
            <a:r>
              <a:rPr kumimoji="1" lang="en-US" altLang="zh-CN" dirty="0"/>
              <a:t>Content Level 1</a:t>
            </a:r>
          </a:p>
          <a:p>
            <a:pPr lvl="1"/>
            <a:r>
              <a:rPr kumimoji="1" lang="en-US" altLang="zh-CN" dirty="0"/>
              <a:t>Content Level 2</a:t>
            </a:r>
          </a:p>
          <a:p>
            <a:pPr lvl="1"/>
            <a:r>
              <a:rPr kumimoji="1" lang="en-US" altLang="zh-CN" dirty="0"/>
              <a:t>	Content Level 3</a:t>
            </a:r>
          </a:p>
        </p:txBody>
      </p:sp>
    </p:spTree>
    <p:extLst>
      <p:ext uri="{BB962C8B-B14F-4D97-AF65-F5344CB8AC3E}">
        <p14:creationId xmlns:p14="http://schemas.microsoft.com/office/powerpoint/2010/main" val="2880944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1B2AA53-574D-6225-B330-627353FE5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D2B216-0A74-5A63-7371-3A364C70E4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1144800"/>
            <a:ext cx="11365354" cy="518983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1800" b="0" i="0" kern="120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5" name="文本占位符 5">
            <a:extLst>
              <a:ext uri="{FF2B5EF4-FFF2-40B4-BE49-F238E27FC236}">
                <a16:creationId xmlns:a16="http://schemas.microsoft.com/office/drawing/2014/main" id="{041DBD97-8F8E-9527-F30F-EB8405FF6E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50" y="810000"/>
            <a:ext cx="11365354" cy="334319"/>
          </a:xfrm>
        </p:spPr>
        <p:txBody>
          <a:bodyPr anchor="b"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7037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B63565-7CD1-34D1-4B6D-7C4AB2B14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5438F20D-22B2-5D0E-4CAE-0D523C8B7A6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154562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EF4923F-E042-EC78-3C32-5B8367CD8953}"/>
              </a:ext>
            </a:extLst>
          </p:cNvPr>
          <p:cNvSpPr/>
          <p:nvPr userDrawn="1"/>
        </p:nvSpPr>
        <p:spPr>
          <a:xfrm>
            <a:off x="46955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F75AA360-09B2-4872-93D3-306E3433B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21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8973303F-FF90-D4C8-B353-24B41AD0DC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664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6670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4615877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804DFE82-DE2E-1ACF-4CD5-D6961F00EE2F}"/>
              </a:ext>
            </a:extLst>
          </p:cNvPr>
          <p:cNvSpPr/>
          <p:nvPr userDrawn="1"/>
        </p:nvSpPr>
        <p:spPr>
          <a:xfrm>
            <a:off x="5266667" y="902043"/>
            <a:ext cx="6512011" cy="5535827"/>
          </a:xfrm>
          <a:prstGeom prst="roundRect">
            <a:avLst>
              <a:gd name="adj" fmla="val 1488"/>
            </a:avLst>
          </a:prstGeom>
          <a:solidFill>
            <a:srgbClr val="D2D2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6BEB26B2-F915-E94E-CDFE-235C68C22E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4329" y="2192639"/>
            <a:ext cx="5870143" cy="2663566"/>
          </a:xfrm>
        </p:spPr>
        <p:txBody>
          <a:bodyPr anchor="t">
            <a:normAutofit/>
          </a:bodyPr>
          <a:lstStyle>
            <a:lvl1pPr>
              <a:defRPr sz="20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zh-CN" dirty="0"/>
              <a:t>Page Title</a:t>
            </a:r>
            <a:endParaRPr kumimoji="1" lang="zh-CN" altLang="en-US" dirty="0"/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A7D7DA10-FDC4-45E8-88ED-12EF202258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23756" y="4985266"/>
            <a:ext cx="5870143" cy="33431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8976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图片占位符 4">
            <a:extLst>
              <a:ext uri="{FF2B5EF4-FFF2-40B4-BE49-F238E27FC236}">
                <a16:creationId xmlns:a16="http://schemas.microsoft.com/office/drawing/2014/main" id="{CC73A0C8-DF3B-FF08-37B9-CB1A64873D3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69557" y="902043"/>
            <a:ext cx="11309121" cy="5535827"/>
          </a:xfrm>
          <a:prstGeom prst="roundRect">
            <a:avLst>
              <a:gd name="adj" fmla="val 670"/>
            </a:avLst>
          </a:prstGeom>
        </p:spPr>
        <p:txBody>
          <a:bodyPr/>
          <a:lstStyle/>
          <a:p>
            <a:r>
              <a:rPr kumimoji="1" lang="en-US" altLang="zh-CN" dirty="0"/>
              <a:t>Insert Image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27530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E59A2A-51C6-9DD6-A39D-C61EF475B4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FCB68B-F380-A895-04BA-20929E35E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7344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0A2A98-D979-43EE-E742-0854694D4B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12CD2F67-C3EF-C447-835C-4EE74D5FD49D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AD417B9A-80BE-3A63-D820-6A1FA39FD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323" y="745395"/>
            <a:ext cx="11365354" cy="546431"/>
          </a:xfrm>
        </p:spPr>
        <p:txBody>
          <a:bodyPr/>
          <a:lstStyle/>
          <a:p>
            <a:r>
              <a:rPr kumimoji="1" lang="en-US" altLang="zh-CN" dirty="0"/>
              <a:t>Appendix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95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sv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6.sv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baseline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3AACEF4-ACEE-8C8F-B83B-35A9872A6D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569386" y="454560"/>
            <a:ext cx="3194697" cy="67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2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7" r:id="rId2"/>
    <p:sldLayoutId id="2147483659" r:id="rId3"/>
    <p:sldLayoutId id="214748368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Scto Grotesk A Light" panose="020B0305030101010101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2D2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b="0" i="0" kern="0" spc="-75" smtClean="0">
                <a:solidFill>
                  <a:srgbClr val="646464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9800" y="329753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rgbClr val="646464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rgbClr val="646464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CBE1614-2EC4-0E16-4493-3EDE6FE23FB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2607" y="365924"/>
            <a:ext cx="682186" cy="143102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CBD51E01-D009-167A-8485-177928F9EB89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23290440-3A82-97C6-72BE-4A9802ECA8C7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E6F1C21-8D17-DDED-FDDB-2FDA602BC468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422F5FC6-EDF1-1131-AAA0-B549DC4121CC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2FF468FE-E91B-334B-7B95-376F48DD5DB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4E6405AF-73EC-2D12-737F-406C0C6A4F4B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9D7FD1C-F159-896C-17BF-EEB6EAB29062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2444FE9-A26D-4537-AF19-EB34B1D4C7A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3BB67190-F228-D340-FCDB-94A5F436284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26ACB749-2266-C693-5A44-02AFADDC1C8D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66295AC0-C029-AF17-E343-555656C22875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28FE4898-BBDA-0C7E-F0ED-41BE94ABB94F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88D38E1C-B6A3-6686-E52D-677A94C28B0C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751E1904-6C6C-D4A8-1711-4F04E3564544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C87D285-3A58-602E-EC56-96A6FCE23274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60EAC77D-B788-E701-2BDD-C9509FF0F12B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001C33E1-A199-AA05-5CBD-E3C3CF0E0B1D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4F6E6CE0-1748-597D-A2A5-071A7EF12C6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106F3FF4-48D8-8A82-B697-82E9DC1D09B5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BA4002E4-D7CD-94ED-A0A9-BB698AE7ABA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B1646A15-001D-7C73-D8EC-169CCD0EA8E2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DC07735E-9CD0-D2C9-4192-43CE7E7B29DE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AF79E44B-8DDF-702A-1F64-4D766F708921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A3D58A11-7EB7-5A9E-76BB-AF3BD6557A4C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8A46133D-F06E-25F3-3956-64A731372BAF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4AA92E50-BA91-7A07-529C-8627A404878E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A50E07C-AD6B-5EEB-0DA8-AF96827B97E8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A834CE0A-A54C-5AD9-883F-B0B43E9042A3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9A65A4BD-6407-85E8-969C-3EC03B17C909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3F48F3B3-68D1-A05E-9DEA-410C048432AC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FE494E60-1316-124A-111A-E2C4C14AD2A2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FBC75E0-8054-26FA-9C9A-8C54A3A2F039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2F501E3C-AAAA-1FB5-43BB-E1E58CABDB6D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2979B0A6-4A95-5E88-7397-B780D9F1AC72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BBED46A7-08A9-AD5E-55CD-0F344B4CFDF6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502221D2-45BC-22AE-0D45-F6E4627BE6D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FB33054-5058-0584-4897-64CAE6CDF64C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3F12670-3DF2-1A06-0434-3E6FCFCB123F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7" name="Freeform 63">
                <a:extLst>
                  <a:ext uri="{FF2B5EF4-FFF2-40B4-BE49-F238E27FC236}">
                    <a16:creationId xmlns:a16="http://schemas.microsoft.com/office/drawing/2014/main" id="{83601398-B8AB-8CD5-9274-FFA2B9CB8398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64">
                <a:extLst>
                  <a:ext uri="{FF2B5EF4-FFF2-40B4-BE49-F238E27FC236}">
                    <a16:creationId xmlns:a16="http://schemas.microsoft.com/office/drawing/2014/main" id="{BB4A8B43-F72E-7454-F863-52E5779CCF65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05CBE5B0-C8B5-2121-9A19-0260ADC99D61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DBC1C158-B8C0-FC7F-0144-D123D47CB4F1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83FEB0F1-A374-CF3A-DF59-907A3B4120BE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5A77DB9A-2C59-5C48-3C06-54778AF72F3C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05FD9BD4-CC88-14C0-CCCC-12B79DFCB6A4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F2B5D8B-E96C-62D5-F9DB-7B5CFDD50DF2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34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  <p:sldLayoutId id="2147483672" r:id="rId3"/>
    <p:sldLayoutId id="2147483670" r:id="rId4"/>
    <p:sldLayoutId id="2147483671" r:id="rId5"/>
    <p:sldLayoutId id="2147483674" r:id="rId6"/>
    <p:sldLayoutId id="2147483680" r:id="rId7"/>
    <p:sldLayoutId id="2147483684" r:id="rId8"/>
    <p:sldLayoutId id="2147483685" r:id="rId9"/>
    <p:sldLayoutId id="214748365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BC5F8143-95FD-2B64-5282-E254EB9811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77600" y="154992"/>
            <a:ext cx="11836800" cy="6548017"/>
          </a:xfrm>
          <a:prstGeom prst="rect">
            <a:avLst/>
          </a:prstGeom>
        </p:spPr>
      </p:pic>
      <p:sp>
        <p:nvSpPr>
          <p:cNvPr id="14" name="标题占位符 1">
            <a:extLst>
              <a:ext uri="{FF2B5EF4-FFF2-40B4-BE49-F238E27FC236}">
                <a16:creationId xmlns:a16="http://schemas.microsoft.com/office/drawing/2014/main" id="{93A902C6-54C6-DAA6-24B2-079CEC62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23" y="1144800"/>
            <a:ext cx="11365354" cy="5464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en-US" altLang="zh-CN" dirty="0"/>
              <a:t>Main Title</a:t>
            </a:r>
            <a:endParaRPr kumimoji="1" lang="zh-CN" altLang="en-US" dirty="0"/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76B06D0F-5406-DF78-5AAB-7E386D46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323" y="1825200"/>
            <a:ext cx="11365353" cy="4702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zh-CN" dirty="0"/>
              <a:t>Insert Content</a:t>
            </a:r>
            <a:endParaRPr kumimoji="1" lang="zh-CN" altLang="en-US" dirty="0"/>
          </a:p>
        </p:txBody>
      </p:sp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69137E30-7F94-6ACA-218D-CA518FF60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2080" y="276711"/>
            <a:ext cx="88659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50" b="0" i="0" kern="0" spc="-75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CD2F67-C3EF-C447-835C-4EE74D5FD49D}" type="slidenum">
              <a:rPr lang="en-US" altLang="zh-CN" smtClean="0"/>
              <a:pPr/>
              <a:t>‹#›</a:t>
            </a:fld>
            <a:endParaRPr 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B0FEA6E-0AE4-8607-F150-64E74C4F1BDF}"/>
              </a:ext>
            </a:extLst>
          </p:cNvPr>
          <p:cNvSpPr txBox="1"/>
          <p:nvPr userDrawn="1"/>
        </p:nvSpPr>
        <p:spPr>
          <a:xfrm>
            <a:off x="1328400" y="331200"/>
            <a:ext cx="120738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800" b="0" i="0" kern="0" spc="-75" dirty="0">
                <a:solidFill>
                  <a:schemeClr val="bg1"/>
                </a:solidFill>
                <a:latin typeface="Arial" panose="020B0604020202020204" pitchFamily="34" charset="0"/>
                <a:ea typeface="Scto Grotesk A Regular" pitchFamily="34" charset="-122"/>
                <a:cs typeface="Arial" panose="020B0604020202020204" pitchFamily="34" charset="0"/>
              </a:rPr>
              <a:t>Proprietary and Confidential</a:t>
            </a:r>
            <a:endParaRPr lang="en-US" altLang="zh-CN" sz="800" b="0" i="0" dirty="0">
              <a:solidFill>
                <a:schemeClr val="bg1"/>
              </a:solidFill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B113AD-2CE1-F0CD-20E9-288F376EC53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413292" y="367787"/>
            <a:ext cx="678216" cy="14227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9666812F-169D-B9A7-5C50-98AEDC1C6353}"/>
              </a:ext>
            </a:extLst>
          </p:cNvPr>
          <p:cNvGrpSpPr/>
          <p:nvPr userDrawn="1"/>
        </p:nvGrpSpPr>
        <p:grpSpPr>
          <a:xfrm>
            <a:off x="12286782" y="154992"/>
            <a:ext cx="1288187" cy="6441977"/>
            <a:chOff x="18266931" y="223063"/>
            <a:chExt cx="1817984" cy="9091395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DF416A27-D0A9-A9FF-F8A5-4A622190E18B}"/>
                </a:ext>
              </a:extLst>
            </p:cNvPr>
            <p:cNvSpPr txBox="1"/>
            <p:nvPr userDrawn="1"/>
          </p:nvSpPr>
          <p:spPr>
            <a:xfrm>
              <a:off x="18266938" y="223063"/>
              <a:ext cx="10167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Master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CFBCFFA-A858-68CD-E60D-0CCF3030757F}"/>
                </a:ext>
              </a:extLst>
            </p:cNvPr>
            <p:cNvGrpSpPr/>
            <p:nvPr userDrawn="1"/>
          </p:nvGrpSpPr>
          <p:grpSpPr>
            <a:xfrm>
              <a:off x="18478500" y="581025"/>
              <a:ext cx="1157430" cy="297524"/>
              <a:chOff x="18478500" y="581025"/>
              <a:chExt cx="1157430" cy="297524"/>
            </a:xfrm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1C31416-0BBA-9D85-1C18-47B531160BF7}"/>
                  </a:ext>
                </a:extLst>
              </p:cNvPr>
              <p:cNvSpPr/>
              <p:nvPr/>
            </p:nvSpPr>
            <p:spPr>
              <a:xfrm>
                <a:off x="18478500" y="590549"/>
                <a:ext cx="288000" cy="288000"/>
              </a:xfrm>
              <a:prstGeom prst="rect">
                <a:avLst/>
              </a:prstGeom>
              <a:solidFill>
                <a:srgbClr val="7941E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2D98AF8-C044-29E7-41C9-0FD3D5215E6C}"/>
                  </a:ext>
                </a:extLst>
              </p:cNvPr>
              <p:cNvSpPr/>
              <p:nvPr/>
            </p:nvSpPr>
            <p:spPr>
              <a:xfrm>
                <a:off x="18913215" y="590549"/>
                <a:ext cx="288000" cy="288000"/>
              </a:xfrm>
              <a:prstGeom prst="rect">
                <a:avLst/>
              </a:prstGeom>
              <a:solidFill>
                <a:srgbClr val="97C7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D584859-6DE5-F27E-EDF4-A1402CB9463F}"/>
                  </a:ext>
                </a:extLst>
              </p:cNvPr>
              <p:cNvSpPr/>
              <p:nvPr/>
            </p:nvSpPr>
            <p:spPr>
              <a:xfrm>
                <a:off x="19347930" y="581025"/>
                <a:ext cx="288000" cy="288000"/>
              </a:xfrm>
              <a:prstGeom prst="rect">
                <a:avLst/>
              </a:prstGeom>
              <a:solidFill>
                <a:srgbClr val="EC9E4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82B4B98-7E74-206F-8631-DB66F71EC4CC}"/>
                </a:ext>
              </a:extLst>
            </p:cNvPr>
            <p:cNvSpPr txBox="1"/>
            <p:nvPr userDrawn="1"/>
          </p:nvSpPr>
          <p:spPr>
            <a:xfrm>
              <a:off x="18266931" y="4799703"/>
              <a:ext cx="124445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C4EC48D-6B0B-187C-D044-449FFB0A2AB2}"/>
                </a:ext>
              </a:extLst>
            </p:cNvPr>
            <p:cNvGrpSpPr/>
            <p:nvPr userDrawn="1"/>
          </p:nvGrpSpPr>
          <p:grpSpPr>
            <a:xfrm>
              <a:off x="18472717" y="5143119"/>
              <a:ext cx="1163214" cy="2317470"/>
              <a:chOff x="13568362" y="2638425"/>
              <a:chExt cx="8477250" cy="7077075"/>
            </a:xfrm>
          </p:grpSpPr>
          <p:sp>
            <p:nvSpPr>
              <p:cNvPr id="38" name="Freeform 97">
                <a:extLst>
                  <a:ext uri="{FF2B5EF4-FFF2-40B4-BE49-F238E27FC236}">
                    <a16:creationId xmlns:a16="http://schemas.microsoft.com/office/drawing/2014/main" id="{F96409CA-D208-1F27-F3CE-ECC537C47B05}"/>
                  </a:ext>
                </a:extLst>
              </p:cNvPr>
              <p:cNvSpPr/>
              <p:nvPr/>
            </p:nvSpPr>
            <p:spPr>
              <a:xfrm>
                <a:off x="13568362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8426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98">
                <a:extLst>
                  <a:ext uri="{FF2B5EF4-FFF2-40B4-BE49-F238E27FC236}">
                    <a16:creationId xmlns:a16="http://schemas.microsoft.com/office/drawing/2014/main" id="{8C690F46-AD87-B717-2872-69904FC8D9B8}"/>
                  </a:ext>
                </a:extLst>
              </p:cNvPr>
              <p:cNvSpPr/>
              <p:nvPr/>
            </p:nvSpPr>
            <p:spPr>
              <a:xfrm>
                <a:off x="13568362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D83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 99">
                <a:extLst>
                  <a:ext uri="{FF2B5EF4-FFF2-40B4-BE49-F238E27FC236}">
                    <a16:creationId xmlns:a16="http://schemas.microsoft.com/office/drawing/2014/main" id="{8827B19C-CB7C-DF69-65E2-802059451049}"/>
                  </a:ext>
                </a:extLst>
              </p:cNvPr>
              <p:cNvSpPr/>
              <p:nvPr/>
            </p:nvSpPr>
            <p:spPr>
              <a:xfrm>
                <a:off x="13568362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5647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 100">
                <a:extLst>
                  <a:ext uri="{FF2B5EF4-FFF2-40B4-BE49-F238E27FC236}">
                    <a16:creationId xmlns:a16="http://schemas.microsoft.com/office/drawing/2014/main" id="{A339A73B-DEA9-64F8-9F0C-ACF11A288B41}"/>
                  </a:ext>
                </a:extLst>
              </p:cNvPr>
              <p:cNvSpPr/>
              <p:nvPr/>
            </p:nvSpPr>
            <p:spPr>
              <a:xfrm>
                <a:off x="13568362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196D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101">
                <a:extLst>
                  <a:ext uri="{FF2B5EF4-FFF2-40B4-BE49-F238E27FC236}">
                    <a16:creationId xmlns:a16="http://schemas.microsoft.com/office/drawing/2014/main" id="{A06D19C0-C3EB-BA7C-F0CA-E666AA937C00}"/>
                  </a:ext>
                </a:extLst>
              </p:cNvPr>
              <p:cNvSpPr/>
              <p:nvPr/>
            </p:nvSpPr>
            <p:spPr>
              <a:xfrm>
                <a:off x="13568362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29AD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 102">
                <a:extLst>
                  <a:ext uri="{FF2B5EF4-FFF2-40B4-BE49-F238E27FC236}">
                    <a16:creationId xmlns:a16="http://schemas.microsoft.com/office/drawing/2014/main" id="{9C8478B9-4E3C-9C08-5054-7C6D62763795}"/>
                  </a:ext>
                </a:extLst>
              </p:cNvPr>
              <p:cNvSpPr/>
              <p:nvPr/>
            </p:nvSpPr>
            <p:spPr>
              <a:xfrm>
                <a:off x="13568362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E90C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 103">
                <a:extLst>
                  <a:ext uri="{FF2B5EF4-FFF2-40B4-BE49-F238E27FC236}">
                    <a16:creationId xmlns:a16="http://schemas.microsoft.com/office/drawing/2014/main" id="{38433BFA-35C2-3245-FCE1-6F7608287B5F}"/>
                  </a:ext>
                </a:extLst>
              </p:cNvPr>
              <p:cNvSpPr/>
              <p:nvPr/>
            </p:nvSpPr>
            <p:spPr>
              <a:xfrm>
                <a:off x="13568362" y="88677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4A8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 104">
                <a:extLst>
                  <a:ext uri="{FF2B5EF4-FFF2-40B4-BE49-F238E27FC236}">
                    <a16:creationId xmlns:a16="http://schemas.microsoft.com/office/drawing/2014/main" id="{CE3BE473-3DDF-B75F-D9D4-14D755916760}"/>
                  </a:ext>
                </a:extLst>
              </p:cNvPr>
              <p:cNvSpPr/>
              <p:nvPr/>
            </p:nvSpPr>
            <p:spPr>
              <a:xfrm>
                <a:off x="17902237" y="26384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4C6D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 105">
                <a:extLst>
                  <a:ext uri="{FF2B5EF4-FFF2-40B4-BE49-F238E27FC236}">
                    <a16:creationId xmlns:a16="http://schemas.microsoft.com/office/drawing/2014/main" id="{CF74B61C-6529-A2D0-EE3F-FB760F7ACA87}"/>
                  </a:ext>
                </a:extLst>
              </p:cNvPr>
              <p:cNvSpPr/>
              <p:nvPr/>
            </p:nvSpPr>
            <p:spPr>
              <a:xfrm>
                <a:off x="17902237" y="36766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97C7E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 106">
                <a:extLst>
                  <a:ext uri="{FF2B5EF4-FFF2-40B4-BE49-F238E27FC236}">
                    <a16:creationId xmlns:a16="http://schemas.microsoft.com/office/drawing/2014/main" id="{1C479656-133D-BD79-5FF1-8023EC4EEE71}"/>
                  </a:ext>
                </a:extLst>
              </p:cNvPr>
              <p:cNvSpPr/>
              <p:nvPr/>
            </p:nvSpPr>
            <p:spPr>
              <a:xfrm>
                <a:off x="17902237" y="47148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 107">
                <a:extLst>
                  <a:ext uri="{FF2B5EF4-FFF2-40B4-BE49-F238E27FC236}">
                    <a16:creationId xmlns:a16="http://schemas.microsoft.com/office/drawing/2014/main" id="{60ABE15E-3DBB-8D8A-7CC6-5785A5E82163}"/>
                  </a:ext>
                </a:extLst>
              </p:cNvPr>
              <p:cNvSpPr/>
              <p:nvPr/>
            </p:nvSpPr>
            <p:spPr>
              <a:xfrm>
                <a:off x="17902237" y="57531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8EBF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 108">
                <a:extLst>
                  <a:ext uri="{FF2B5EF4-FFF2-40B4-BE49-F238E27FC236}">
                    <a16:creationId xmlns:a16="http://schemas.microsoft.com/office/drawing/2014/main" id="{6B4A5BC1-D21E-008B-8E54-E92E801AA2E2}"/>
                  </a:ext>
                </a:extLst>
              </p:cNvPr>
              <p:cNvSpPr/>
              <p:nvPr/>
            </p:nvSpPr>
            <p:spPr>
              <a:xfrm>
                <a:off x="17902237" y="67913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4E2D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 109">
                <a:extLst>
                  <a:ext uri="{FF2B5EF4-FFF2-40B4-BE49-F238E27FC236}">
                    <a16:creationId xmlns:a16="http://schemas.microsoft.com/office/drawing/2014/main" id="{CE9BBB67-5630-8452-5994-7CDAABE2481B}"/>
                  </a:ext>
                </a:extLst>
              </p:cNvPr>
              <p:cNvSpPr/>
              <p:nvPr/>
            </p:nvSpPr>
            <p:spPr>
              <a:xfrm>
                <a:off x="17902237" y="78295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9E7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FB62A50-A692-0690-E11F-3265C055C872}"/>
                </a:ext>
              </a:extLst>
            </p:cNvPr>
            <p:cNvSpPr txBox="1"/>
            <p:nvPr userDrawn="1"/>
          </p:nvSpPr>
          <p:spPr>
            <a:xfrm>
              <a:off x="18266938" y="7672923"/>
              <a:ext cx="1600796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Body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7C21FCF-A96A-70BF-5081-12BD13268F5F}"/>
                </a:ext>
              </a:extLst>
            </p:cNvPr>
            <p:cNvGrpSpPr/>
            <p:nvPr userDrawn="1"/>
          </p:nvGrpSpPr>
          <p:grpSpPr>
            <a:xfrm>
              <a:off x="18472717" y="8012900"/>
              <a:ext cx="1180243" cy="1301558"/>
              <a:chOff x="9391650" y="2790825"/>
              <a:chExt cx="8477250" cy="3962400"/>
            </a:xfrm>
          </p:grpSpPr>
          <p:sp>
            <p:nvSpPr>
              <p:cNvPr id="30" name="Freeform 112">
                <a:extLst>
                  <a:ext uri="{FF2B5EF4-FFF2-40B4-BE49-F238E27FC236}">
                    <a16:creationId xmlns:a16="http://schemas.microsoft.com/office/drawing/2014/main" id="{FA9875E1-97DA-003B-E21D-A0C1EEC7BD3E}"/>
                  </a:ext>
                </a:extLst>
              </p:cNvPr>
              <p:cNvSpPr/>
              <p:nvPr/>
            </p:nvSpPr>
            <p:spPr>
              <a:xfrm>
                <a:off x="9391650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4A5F8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113">
                <a:extLst>
                  <a:ext uri="{FF2B5EF4-FFF2-40B4-BE49-F238E27FC236}">
                    <a16:creationId xmlns:a16="http://schemas.microsoft.com/office/drawing/2014/main" id="{477BA5AA-C755-5078-5D7A-D82330B7F95C}"/>
                  </a:ext>
                </a:extLst>
              </p:cNvPr>
              <p:cNvSpPr/>
              <p:nvPr/>
            </p:nvSpPr>
            <p:spPr>
              <a:xfrm>
                <a:off x="9391650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7393CE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114">
                <a:extLst>
                  <a:ext uri="{FF2B5EF4-FFF2-40B4-BE49-F238E27FC236}">
                    <a16:creationId xmlns:a16="http://schemas.microsoft.com/office/drawing/2014/main" id="{AB73D597-1956-6735-9AEC-2D2467EE3A8A}"/>
                  </a:ext>
                </a:extLst>
              </p:cNvPr>
              <p:cNvSpPr/>
              <p:nvPr/>
            </p:nvSpPr>
            <p:spPr>
              <a:xfrm>
                <a:off x="9391650" y="486727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3CE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115">
                <a:extLst>
                  <a:ext uri="{FF2B5EF4-FFF2-40B4-BE49-F238E27FC236}">
                    <a16:creationId xmlns:a16="http://schemas.microsoft.com/office/drawing/2014/main" id="{355DF5C6-5F5A-911D-B58D-9DB875870785}"/>
                  </a:ext>
                </a:extLst>
              </p:cNvPr>
              <p:cNvSpPr/>
              <p:nvPr/>
            </p:nvSpPr>
            <p:spPr>
              <a:xfrm>
                <a:off x="9391650" y="590550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D7CEC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116">
                <a:extLst>
                  <a:ext uri="{FF2B5EF4-FFF2-40B4-BE49-F238E27FC236}">
                    <a16:creationId xmlns:a16="http://schemas.microsoft.com/office/drawing/2014/main" id="{C9FB6BC6-7755-BE45-5D4D-2243204AA012}"/>
                  </a:ext>
                </a:extLst>
              </p:cNvPr>
              <p:cNvSpPr/>
              <p:nvPr/>
            </p:nvSpPr>
            <p:spPr>
              <a:xfrm>
                <a:off x="13725525" y="4865094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8E4D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117">
                <a:extLst>
                  <a:ext uri="{FF2B5EF4-FFF2-40B4-BE49-F238E27FC236}">
                    <a16:creationId xmlns:a16="http://schemas.microsoft.com/office/drawing/2014/main" id="{3DB4F8C1-8D0C-C554-147F-0229556AF558}"/>
                  </a:ext>
                </a:extLst>
              </p:cNvPr>
              <p:cNvSpPr/>
              <p:nvPr/>
            </p:nvSpPr>
            <p:spPr>
              <a:xfrm>
                <a:off x="13725525" y="5903319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C6C4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119">
                <a:extLst>
                  <a:ext uri="{FF2B5EF4-FFF2-40B4-BE49-F238E27FC236}">
                    <a16:creationId xmlns:a16="http://schemas.microsoft.com/office/drawing/2014/main" id="{A42F4D76-45CC-2609-D7F0-F5C32DC9F468}"/>
                  </a:ext>
                </a:extLst>
              </p:cNvPr>
              <p:cNvSpPr/>
              <p:nvPr/>
            </p:nvSpPr>
            <p:spPr>
              <a:xfrm>
                <a:off x="13725525" y="2790825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FCCE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120">
                <a:extLst>
                  <a:ext uri="{FF2B5EF4-FFF2-40B4-BE49-F238E27FC236}">
                    <a16:creationId xmlns:a16="http://schemas.microsoft.com/office/drawing/2014/main" id="{50157F55-49C7-70ED-CF69-797DD5A250EE}"/>
                  </a:ext>
                </a:extLst>
              </p:cNvPr>
              <p:cNvSpPr/>
              <p:nvPr/>
            </p:nvSpPr>
            <p:spPr>
              <a:xfrm>
                <a:off x="13725525" y="3829050"/>
                <a:ext cx="4143375" cy="847725"/>
              </a:xfrm>
              <a:custGeom>
                <a:avLst/>
                <a:gdLst>
                  <a:gd name="connsiteX0" fmla="*/ 4048125 w 4143375"/>
                  <a:gd name="connsiteY0" fmla="*/ 0 h 847725"/>
                  <a:gd name="connsiteX1" fmla="*/ 4143375 w 4143375"/>
                  <a:gd name="connsiteY1" fmla="*/ 0 h 847725"/>
                  <a:gd name="connsiteX2" fmla="*/ 4143375 w 4143375"/>
                  <a:gd name="connsiteY2" fmla="*/ 847725 h 847725"/>
                  <a:gd name="connsiteX3" fmla="*/ 4048125 w 4143375"/>
                  <a:gd name="connsiteY3" fmla="*/ 847725 h 847725"/>
                  <a:gd name="connsiteX4" fmla="*/ 95250 w 4143375"/>
                  <a:gd name="connsiteY4" fmla="*/ 847725 h 847725"/>
                  <a:gd name="connsiteX5" fmla="*/ 0 w 4143375"/>
                  <a:gd name="connsiteY5" fmla="*/ 847725 h 847725"/>
                  <a:gd name="connsiteX6" fmla="*/ 0 w 4143375"/>
                  <a:gd name="connsiteY6" fmla="*/ 0 h 847725"/>
                  <a:gd name="connsiteX7" fmla="*/ 95250 w 4143375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43375" h="847725">
                    <a:moveTo>
                      <a:pt x="4048125" y="0"/>
                    </a:moveTo>
                    <a:cubicBezTo>
                      <a:pt x="4100730" y="0"/>
                      <a:pt x="4143375" y="0"/>
                      <a:pt x="4143375" y="0"/>
                    </a:cubicBezTo>
                    <a:lnTo>
                      <a:pt x="4143375" y="847725"/>
                    </a:lnTo>
                    <a:cubicBezTo>
                      <a:pt x="4143375" y="847725"/>
                      <a:pt x="4100730" y="847725"/>
                      <a:pt x="4048125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D2D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5E2060B6-CBA2-8839-626D-1C217EF712CD}"/>
                </a:ext>
              </a:extLst>
            </p:cNvPr>
            <p:cNvGrpSpPr/>
            <p:nvPr userDrawn="1"/>
          </p:nvGrpSpPr>
          <p:grpSpPr>
            <a:xfrm>
              <a:off x="18472717" y="1432434"/>
              <a:ext cx="1163213" cy="1302834"/>
              <a:chOff x="571500" y="2638425"/>
              <a:chExt cx="8477250" cy="3962400"/>
            </a:xfrm>
          </p:grpSpPr>
          <p:sp>
            <p:nvSpPr>
              <p:cNvPr id="26" name="Freeform 55">
                <a:extLst>
                  <a:ext uri="{FF2B5EF4-FFF2-40B4-BE49-F238E27FC236}">
                    <a16:creationId xmlns:a16="http://schemas.microsoft.com/office/drawing/2014/main" id="{F14B7692-FBDD-845A-794D-3028C412F3F2}"/>
                  </a:ext>
                </a:extLst>
              </p:cNvPr>
              <p:cNvSpPr/>
              <p:nvPr/>
            </p:nvSpPr>
            <p:spPr>
              <a:xfrm>
                <a:off x="571500" y="263842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6B6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56">
                <a:extLst>
                  <a:ext uri="{FF2B5EF4-FFF2-40B4-BE49-F238E27FC236}">
                    <a16:creationId xmlns:a16="http://schemas.microsoft.com/office/drawing/2014/main" id="{31E89648-80B9-99BA-4881-E725B7E521F8}"/>
                  </a:ext>
                </a:extLst>
              </p:cNvPr>
              <p:cNvSpPr/>
              <p:nvPr/>
            </p:nvSpPr>
            <p:spPr>
              <a:xfrm>
                <a:off x="571500" y="367665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A7C4F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57">
                <a:extLst>
                  <a:ext uri="{FF2B5EF4-FFF2-40B4-BE49-F238E27FC236}">
                    <a16:creationId xmlns:a16="http://schemas.microsoft.com/office/drawing/2014/main" id="{5B5F5E9E-B8A0-AF22-6F8C-BF86DD2A6FFA}"/>
                  </a:ext>
                </a:extLst>
              </p:cNvPr>
              <p:cNvSpPr/>
              <p:nvPr/>
            </p:nvSpPr>
            <p:spPr>
              <a:xfrm>
                <a:off x="571500" y="4714875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DECE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58">
                <a:extLst>
                  <a:ext uri="{FF2B5EF4-FFF2-40B4-BE49-F238E27FC236}">
                    <a16:creationId xmlns:a16="http://schemas.microsoft.com/office/drawing/2014/main" id="{2AF51E06-F4F1-3CB0-25F7-3254FD0C8B79}"/>
                  </a:ext>
                </a:extLst>
              </p:cNvPr>
              <p:cNvSpPr/>
              <p:nvPr/>
            </p:nvSpPr>
            <p:spPr>
              <a:xfrm>
                <a:off x="571500" y="5753100"/>
                <a:ext cx="8477250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8CDE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5169B5-09F9-984E-0A55-27E7644E4F75}"/>
                </a:ext>
              </a:extLst>
            </p:cNvPr>
            <p:cNvSpPr txBox="1"/>
            <p:nvPr userDrawn="1"/>
          </p:nvSpPr>
          <p:spPr>
            <a:xfrm>
              <a:off x="18266934" y="1094512"/>
              <a:ext cx="1461635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Main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AB23A293-86E2-6279-2040-92BF8547D490}"/>
                </a:ext>
              </a:extLst>
            </p:cNvPr>
            <p:cNvGrpSpPr/>
            <p:nvPr userDrawn="1"/>
          </p:nvGrpSpPr>
          <p:grpSpPr>
            <a:xfrm>
              <a:off x="18472717" y="3293582"/>
              <a:ext cx="1163213" cy="1287748"/>
              <a:chOff x="12549512" y="5818345"/>
              <a:chExt cx="8514052" cy="3965735"/>
            </a:xfrm>
          </p:grpSpPr>
          <p:sp>
            <p:nvSpPr>
              <p:cNvPr id="19" name="Freeform 63">
                <a:extLst>
                  <a:ext uri="{FF2B5EF4-FFF2-40B4-BE49-F238E27FC236}">
                    <a16:creationId xmlns:a16="http://schemas.microsoft.com/office/drawing/2014/main" id="{446400FD-6F31-1756-E8F0-20FCB15327FB}"/>
                  </a:ext>
                </a:extLst>
              </p:cNvPr>
              <p:cNvSpPr/>
              <p:nvPr/>
            </p:nvSpPr>
            <p:spPr>
              <a:xfrm>
                <a:off x="12549512" y="582168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BDC4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64">
                <a:extLst>
                  <a:ext uri="{FF2B5EF4-FFF2-40B4-BE49-F238E27FC236}">
                    <a16:creationId xmlns:a16="http://schemas.microsoft.com/office/drawing/2014/main" id="{F099ABC4-A840-6D4A-0A42-48012ED2B7D3}"/>
                  </a:ext>
                </a:extLst>
              </p:cNvPr>
              <p:cNvSpPr/>
              <p:nvPr/>
            </p:nvSpPr>
            <p:spPr>
              <a:xfrm>
                <a:off x="12549512" y="685990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58CD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65">
                <a:extLst>
                  <a:ext uri="{FF2B5EF4-FFF2-40B4-BE49-F238E27FC236}">
                    <a16:creationId xmlns:a16="http://schemas.microsoft.com/office/drawing/2014/main" id="{AB70348E-DC53-E2FF-2624-444BCE646DFB}"/>
                  </a:ext>
                </a:extLst>
              </p:cNvPr>
              <p:cNvSpPr/>
              <p:nvPr/>
            </p:nvSpPr>
            <p:spPr>
              <a:xfrm>
                <a:off x="12549512" y="789813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6AB8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66">
                <a:extLst>
                  <a:ext uri="{FF2B5EF4-FFF2-40B4-BE49-F238E27FC236}">
                    <a16:creationId xmlns:a16="http://schemas.microsoft.com/office/drawing/2014/main" id="{077133F0-2C94-8974-3409-6BD4B740D455}"/>
                  </a:ext>
                </a:extLst>
              </p:cNvPr>
              <p:cNvSpPr/>
              <p:nvPr/>
            </p:nvSpPr>
            <p:spPr>
              <a:xfrm>
                <a:off x="12549512" y="893635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DB9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67">
                <a:extLst>
                  <a:ext uri="{FF2B5EF4-FFF2-40B4-BE49-F238E27FC236}">
                    <a16:creationId xmlns:a16="http://schemas.microsoft.com/office/drawing/2014/main" id="{0FBB95ED-3A41-1F50-66C6-D01AFB0071E8}"/>
                  </a:ext>
                </a:extLst>
              </p:cNvPr>
              <p:cNvSpPr/>
              <p:nvPr/>
            </p:nvSpPr>
            <p:spPr>
              <a:xfrm>
                <a:off x="16901788" y="581834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AA97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68">
                <a:extLst>
                  <a:ext uri="{FF2B5EF4-FFF2-40B4-BE49-F238E27FC236}">
                    <a16:creationId xmlns:a16="http://schemas.microsoft.com/office/drawing/2014/main" id="{22F74FD2-18AF-FD5F-9498-6DB3DF039074}"/>
                  </a:ext>
                </a:extLst>
              </p:cNvPr>
              <p:cNvSpPr/>
              <p:nvPr/>
            </p:nvSpPr>
            <p:spPr>
              <a:xfrm>
                <a:off x="16901788" y="6856570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A9B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69">
                <a:extLst>
                  <a:ext uri="{FF2B5EF4-FFF2-40B4-BE49-F238E27FC236}">
                    <a16:creationId xmlns:a16="http://schemas.microsoft.com/office/drawing/2014/main" id="{6ABB0868-7F8E-A1F2-23C7-49EED7AE932D}"/>
                  </a:ext>
                </a:extLst>
              </p:cNvPr>
              <p:cNvSpPr/>
              <p:nvPr/>
            </p:nvSpPr>
            <p:spPr>
              <a:xfrm>
                <a:off x="16901788" y="7894795"/>
                <a:ext cx="4161776" cy="847725"/>
              </a:xfrm>
              <a:custGeom>
                <a:avLst/>
                <a:gdLst>
                  <a:gd name="connsiteX0" fmla="*/ 8382000 w 8477250"/>
                  <a:gd name="connsiteY0" fmla="*/ 0 h 847725"/>
                  <a:gd name="connsiteX1" fmla="*/ 8477250 w 8477250"/>
                  <a:gd name="connsiteY1" fmla="*/ 0 h 847725"/>
                  <a:gd name="connsiteX2" fmla="*/ 8477250 w 8477250"/>
                  <a:gd name="connsiteY2" fmla="*/ 847725 h 847725"/>
                  <a:gd name="connsiteX3" fmla="*/ 8382000 w 8477250"/>
                  <a:gd name="connsiteY3" fmla="*/ 847725 h 847725"/>
                  <a:gd name="connsiteX4" fmla="*/ 95250 w 8477250"/>
                  <a:gd name="connsiteY4" fmla="*/ 847725 h 847725"/>
                  <a:gd name="connsiteX5" fmla="*/ 0 w 8477250"/>
                  <a:gd name="connsiteY5" fmla="*/ 847725 h 847725"/>
                  <a:gd name="connsiteX6" fmla="*/ 0 w 8477250"/>
                  <a:gd name="connsiteY6" fmla="*/ 0 h 847725"/>
                  <a:gd name="connsiteX7" fmla="*/ 95250 w 8477250"/>
                  <a:gd name="connsiteY7" fmla="*/ 0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477250" h="847725">
                    <a:moveTo>
                      <a:pt x="8382000" y="0"/>
                    </a:moveTo>
                    <a:cubicBezTo>
                      <a:pt x="8434605" y="0"/>
                      <a:pt x="8477250" y="0"/>
                      <a:pt x="8477250" y="0"/>
                    </a:cubicBezTo>
                    <a:lnTo>
                      <a:pt x="8477250" y="847725"/>
                    </a:lnTo>
                    <a:cubicBezTo>
                      <a:pt x="8477250" y="847725"/>
                      <a:pt x="8434605" y="847725"/>
                      <a:pt x="8382000" y="847725"/>
                    </a:cubicBezTo>
                    <a:lnTo>
                      <a:pt x="95250" y="847725"/>
                    </a:lnTo>
                    <a:cubicBezTo>
                      <a:pt x="42645" y="847725"/>
                      <a:pt x="0" y="847725"/>
                      <a:pt x="0" y="847725"/>
                    </a:cubicBezTo>
                    <a:lnTo>
                      <a:pt x="0" y="0"/>
                    </a:lnTo>
                    <a:cubicBezTo>
                      <a:pt x="0" y="0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777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659E7DC-0B87-703C-CFBA-01D6690798AE}"/>
                </a:ext>
              </a:extLst>
            </p:cNvPr>
            <p:cNvSpPr txBox="1"/>
            <p:nvPr userDrawn="1"/>
          </p:nvSpPr>
          <p:spPr>
            <a:xfrm>
              <a:off x="18266938" y="2947108"/>
              <a:ext cx="1817977" cy="283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Highlight Color</a:t>
              </a:r>
              <a:endParaRPr kumimoji="1" lang="zh-CN" alt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638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75" r:id="rId2"/>
    <p:sldLayoutId id="2147483676" r:id="rId3"/>
    <p:sldLayoutId id="2147483677" r:id="rId4"/>
    <p:sldLayoutId id="2147483678" r:id="rId5"/>
    <p:sldLayoutId id="2147483681" r:id="rId6"/>
    <p:sldLayoutId id="2147483682" r:id="rId7"/>
    <p:sldLayoutId id="2147483686" r:id="rId8"/>
    <p:sldLayoutId id="2147483687" r:id="rId9"/>
    <p:sldLayoutId id="2147483679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b="0" i="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bg1"/>
          </a:solidFill>
          <a:latin typeface="Arial" panose="020B0604020202020204" pitchFamily="34" charset="0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8E8FF-9362-95D1-F2A6-CF477519E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Cover Page Style A</a:t>
            </a:r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6D8D0B1-2270-C682-55A1-6EE6A1D512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D2F67-C3EF-C447-835C-4EE74D5FD49D}" type="slidenum">
              <a:rPr kumimoji="1" lang="zh-CN" altLang="en-US" smtClean="0"/>
              <a:pPr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685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F669E-1BE5-00DA-45A1-F7146F22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2400" dirty="0">
                <a:latin typeface="微软雅黑 Bold" panose="020B0703020204020201" pitchFamily="34" charset="-122"/>
                <a:ea typeface="微软雅黑 Bold" panose="020B0703020204020201" pitchFamily="34" charset="-122"/>
              </a:rPr>
              <a:t>Title here </a:t>
            </a:r>
            <a:r>
              <a:rPr kumimoji="1" lang="zh-CN" altLang="en-US" sz="2400" dirty="0">
                <a:latin typeface="微软雅黑 Bold" panose="020B0703020204020201" pitchFamily="34" charset="-122"/>
                <a:ea typeface="微软雅黑 Bold" panose="020B0703020204020201" pitchFamily="34" charset="-122"/>
              </a:rPr>
              <a:t>标题在这里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89E4BAA-33D6-CCE2-87CD-3B7CA1CADA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D2F67-C3EF-C447-835C-4EE74D5FD49D}" type="slidenum">
              <a:rPr kumimoji="1" lang="zh-CN" altLang="en-US" smtClean="0"/>
              <a:pPr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2508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6CBF9B-D970-D4E4-A8E1-C0218EC6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Cover Page Style D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32AB39-09C4-EA85-07E7-9EE1BAD6C6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" altLang="zh-CN" dirty="0"/>
              <a:t>Empowering the Journey to Net Zero with Scalable and Composable Digital Foundations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A295CE-5FA7-4BB8-BE02-F715896B23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CD2F67-C3EF-C447-835C-4EE74D5FD49D}" type="slidenum">
              <a:rPr lang="en-US" altLang="zh-CN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513797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 and Brand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igh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ark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9B969ADACCA34AA500FEC215693B98" ma:contentTypeVersion="126" ma:contentTypeDescription="Create a new document." ma:contentTypeScope="" ma:versionID="4dba28a01fcf08eb1c1dad5f3b843a09">
  <xsd:schema xmlns:xsd="http://www.w3.org/2001/XMLSchema" xmlns:xs="http://www.w3.org/2001/XMLSchema" xmlns:p="http://schemas.microsoft.com/office/2006/metadata/properties" xmlns:ns2="0ba5a45f-e551-43bb-8657-774692fc272c" xmlns:ns3="d32542c0-632a-4c4d-9253-5e0f39fc2bd2" targetNamespace="http://schemas.microsoft.com/office/2006/metadata/properties" ma:root="true" ma:fieldsID="587368322c17a8c23528160d50ac5463" ns2:_="" ns3:_="">
    <xsd:import namespace="0ba5a45f-e551-43bb-8657-774692fc272c"/>
    <xsd:import namespace="d32542c0-632a-4c4d-9253-5e0f39fc2b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a5a45f-e551-43bb-8657-774692fc2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12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2542c0-632a-4c4d-9253-5e0f39fc2b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db12044-5bf3-4e71-b797-d540f2ab5f91}" ma:internalName="TaxCatchAll" ma:showField="CatchAllData" ma:web="d32542c0-632a-4c4d-9253-5e0f39fc2b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2542c0-632a-4c4d-9253-5e0f39fc2bd2" xsi:nil="true"/>
    <lcf76f155ced4ddcb4097134ff3c332f xmlns="0ba5a45f-e551-43bb-8657-774692fc272c" xsi:nil="true"/>
  </documentManagement>
</p:properties>
</file>

<file path=customXml/itemProps1.xml><?xml version="1.0" encoding="utf-8"?>
<ds:datastoreItem xmlns:ds="http://schemas.openxmlformats.org/officeDocument/2006/customXml" ds:itemID="{C94247D7-4976-45B9-A4DD-FE20FDD06A8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372D4C-8EF3-4041-AA6C-1081A53086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a5a45f-e551-43bb-8657-774692fc272c"/>
    <ds:schemaRef ds:uri="d32542c0-632a-4c4d-9253-5e0f39fc2b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CB9C2AE-A19C-479D-A337-FF9740752F1C}">
  <ds:schemaRefs>
    <ds:schemaRef ds:uri="http://schemas.microsoft.com/office/2006/metadata/properties"/>
    <ds:schemaRef ds:uri="http://schemas.microsoft.com/office/infopath/2007/PartnerControls"/>
    <ds:schemaRef ds:uri="d32542c0-632a-4c4d-9253-5e0f39fc2bd2"/>
    <ds:schemaRef ds:uri="0ba5a45f-e551-43bb-8657-774692fc27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28</Words>
  <Application>Microsoft Office PowerPoint</Application>
  <PresentationFormat>宽屏</PresentationFormat>
  <Paragraphs>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Scto Grotesk A Light</vt:lpstr>
      <vt:lpstr>等线</vt:lpstr>
      <vt:lpstr>Microsoft YaHei</vt:lpstr>
      <vt:lpstr>Microsoft YaHei</vt:lpstr>
      <vt:lpstr>微软雅黑 Bold</vt:lpstr>
      <vt:lpstr>Arial</vt:lpstr>
      <vt:lpstr>Covers and Branding</vt:lpstr>
      <vt:lpstr>Light Theme</vt:lpstr>
      <vt:lpstr>Dark Theme</vt:lpstr>
      <vt:lpstr>Cover Page Style A</vt:lpstr>
      <vt:lpstr>Title here 标题在这里</vt:lpstr>
      <vt:lpstr>Cover Page Style 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 PowerPoint Template</dc:title>
  <dc:creator>Sky He</dc:creator>
  <cp:lastModifiedBy>Zekai Wu(Intern)</cp:lastModifiedBy>
  <cp:revision>83</cp:revision>
  <dcterms:created xsi:type="dcterms:W3CDTF">2023-09-18T13:12:15Z</dcterms:created>
  <dcterms:modified xsi:type="dcterms:W3CDTF">2026-07-06T03:43:07Z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88701c-7b77-4fb9-b740-660d95e7af9d_Enabled">
    <vt:lpwstr>true</vt:lpwstr>
  </property>
  <property fmtid="{D5CDD505-2E9C-101B-9397-08002B2CF9AE}" pid="3" name="MSIP_Label_6688701c-7b77-4fb9-b740-660d95e7af9d_SetDate">
    <vt:lpwstr>2023-09-28T02:36:36Z</vt:lpwstr>
  </property>
  <property fmtid="{D5CDD505-2E9C-101B-9397-08002B2CF9AE}" pid="4" name="MSIP_Label_6688701c-7b77-4fb9-b740-660d95e7af9d_Method">
    <vt:lpwstr>Privileged</vt:lpwstr>
  </property>
  <property fmtid="{D5CDD505-2E9C-101B-9397-08002B2CF9AE}" pid="5" name="MSIP_Label_6688701c-7b77-4fb9-b740-660d95e7af9d_Name">
    <vt:lpwstr>外部公开</vt:lpwstr>
  </property>
  <property fmtid="{D5CDD505-2E9C-101B-9397-08002B2CF9AE}" pid="6" name="MSIP_Label_6688701c-7b77-4fb9-b740-660d95e7af9d_SiteId">
    <vt:lpwstr>2151c7d1-a2f9-4fdb-9325-4d1ad1633565</vt:lpwstr>
  </property>
  <property fmtid="{D5CDD505-2E9C-101B-9397-08002B2CF9AE}" pid="7" name="MSIP_Label_6688701c-7b77-4fb9-b740-660d95e7af9d_ActionId">
    <vt:lpwstr>caf28753-db67-44e3-bcf7-13b69e597abd</vt:lpwstr>
  </property>
  <property fmtid="{D5CDD505-2E9C-101B-9397-08002B2CF9AE}" pid="8" name="MSIP_Label_6688701c-7b77-4fb9-b740-660d95e7af9d_ContentBits">
    <vt:lpwstr>0</vt:lpwstr>
  </property>
  <property fmtid="{D5CDD505-2E9C-101B-9397-08002B2CF9AE}" pid="9" name="ContentTypeId">
    <vt:lpwstr>0x0101004E9B969ADACCA34AA500FEC215693B98</vt:lpwstr>
  </property>
  <property fmtid="{D5CDD505-2E9C-101B-9397-08002B2CF9AE}" pid="10" name="Order">
    <vt:r8>23100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