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1430000" cy="658368"/>
          </a:xfrm>
          <a:prstGeom prst="rect">
            <a:avLst/>
          </a:prstGeom>
          <a:solidFill>
            <a:srgbClr val="233044"/>
          </a:solidFill>
          <a:ln w="15875">
            <a:solidFill>
              <a:srgbClr val="1B24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FLUENCE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全栈架构</a:t>
            </a:r>
            <a:endParaRPr lang="en-US" sz="2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“硬件 + 控制 OS + 数字应用” 垂直一体（储能为核心）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74520" y="987552"/>
            <a:ext cx="9921240" cy="2761488"/>
          </a:xfrm>
          <a:prstGeom prst="rect">
            <a:avLst/>
          </a:prstGeom>
          <a:solidFill>
            <a:srgbClr val="FAF2D6"/>
          </a:solidFill>
          <a:ln w="19050">
            <a:solidFill>
              <a:srgbClr val="E0B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02536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数字平台层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Fluence IQ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57400" y="1078992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云端微服务 + API + 伙伴应用生态（含第三方系统）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417320"/>
            <a:ext cx="4640580" cy="1874520"/>
          </a:xfrm>
          <a:prstGeom prst="rect">
            <a:avLst/>
          </a:prstGeom>
          <a:solidFill>
            <a:srgbClr val="F6E9BF"/>
          </a:solidFill>
          <a:ln w="15875">
            <a:solidFill>
              <a:srgbClr val="E0B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490472"/>
            <a:ext cx="32689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Mosaic </a:t>
            </a:r>
            <a:pPr algn="l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智能竞价 / 交易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09260" y="15087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 GW AUM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901952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 价格预测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46270" y="1901952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多市场最优竞价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340864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DART 日前/实时协优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46270" y="2340864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风险管理设置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779776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分钟级 intra-hour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46270" y="2779776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策略持续进化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72300" y="1417320"/>
            <a:ext cx="4640580" cy="1874520"/>
          </a:xfrm>
          <a:prstGeom prst="rect">
            <a:avLst/>
          </a:prstGeom>
          <a:solidFill>
            <a:srgbClr val="D9E8F8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9460" y="1490472"/>
            <a:ext cx="32689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Nispera </a:t>
            </a:r>
            <a:pPr algn="l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资产性能管理 APM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24160" y="15087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 GW AUM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09460" y="1901952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61170" y="1901952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自动报表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09460" y="2340864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性能分析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61170" y="2340864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预测性维护（附加模块）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09460" y="2779776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隐藏性能问题识别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61170" y="2779776"/>
            <a:ext cx="211455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 KPI 可视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57400" y="3364992"/>
            <a:ext cx="9555480" cy="0"/>
          </a:xfrm>
          <a:prstGeom prst="line">
            <a:avLst/>
          </a:prstGeom>
          <a:noFill/>
          <a:ln w="12700">
            <a:solidFill>
              <a:srgbClr val="E0B02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057400" y="3401568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两大产品并列，各自闭环；平台层做数据集成，但不做跨域利润归因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74520" y="3840480"/>
            <a:ext cx="9921240" cy="1051560"/>
          </a:xfrm>
          <a:prstGeom prst="rect">
            <a:avLst/>
          </a:prstGeom>
          <a:solidFill>
            <a:srgbClr val="ECE6F7"/>
          </a:solidFill>
          <a:ln w="19050">
            <a:solidFill>
              <a:srgbClr val="9179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005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控制层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Fluence OS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057400" y="3895344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储能控制操作系统 · 单站到全 fleet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57400" y="4242816"/>
            <a:ext cx="182331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构网 (grid forming)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90442" y="4242816"/>
            <a:ext cx="182331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23483" y="4242816"/>
            <a:ext cx="182331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快速调频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56525" y="4242816"/>
            <a:ext cx="182331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下垂控制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89566" y="4242816"/>
            <a:ext cx="182331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电压支撑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57400" y="4599432"/>
            <a:ext cx="311200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综合控制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79136" y="4599432"/>
            <a:ext cx="311200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资产管理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0872" y="4599432"/>
            <a:ext cx="311200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965192"/>
            <a:ext cx="9921240" cy="749808"/>
          </a:xfrm>
          <a:prstGeom prst="rect">
            <a:avLst/>
          </a:prstGeom>
          <a:solidFill>
            <a:srgbClr val="E6F0FB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74336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硬件层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BESS 系统集成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057400" y="5020056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Fluence 储能硬件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057400" y="5349240"/>
            <a:ext cx="230657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电池系统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73702" y="5349240"/>
            <a:ext cx="230657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PCS 功率电子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90004" y="5349240"/>
            <a:ext cx="230657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本地硬件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06306" y="5349240"/>
            <a:ext cx="230657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 / 电网级方案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74520" y="5788152"/>
            <a:ext cx="9921240" cy="749808"/>
          </a:xfrm>
          <a:prstGeom prst="rect">
            <a:avLst/>
          </a:prstGeom>
          <a:solidFill>
            <a:srgbClr val="E5E8F0"/>
          </a:solidFill>
          <a:ln w="19050">
            <a:solidFill>
              <a:srgbClr val="7986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5797296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资产与市场层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Assets &amp; Market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057400" y="5843016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发电资产（含第三方系统）· 电力市场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057400" y="6172200"/>
            <a:ext cx="15011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986CB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储能电站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68268" y="6172200"/>
            <a:ext cx="15011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986CB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风电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79136" y="6172200"/>
            <a:ext cx="15011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986CB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90004" y="6172200"/>
            <a:ext cx="15011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986CB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水电站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00872" y="6172200"/>
            <a:ext cx="15011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986CB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第三方系统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111740" y="6172200"/>
            <a:ext cx="15011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986CB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电力市场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FLUENCE 全栈架构</dc:title>
  <dc:subject>PptxGenJS Presentation</dc:subject>
  <dc:creator>PptxGenJS</dc:creator>
  <cp:lastModifiedBy>PptxGenJS</cp:lastModifiedBy>
  <cp:revision>1</cp:revision>
  <dcterms:created xsi:type="dcterms:W3CDTF">2026-07-15T02:17:34Z</dcterms:created>
  <dcterms:modified xsi:type="dcterms:W3CDTF">2026-07-15T02:17:34Z</dcterms:modified>
</cp:coreProperties>
</file>